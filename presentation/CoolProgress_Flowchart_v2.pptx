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7A33"/>
                </a:solidFill>
                <a:latin typeface="Arial"/>
              </a:defRPr>
            </a:pPr>
            <a:r>
              <a:t>FROM IDEA TO 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55555"/>
                </a:solidFill>
                <a:latin typeface="Arial"/>
              </a:defRPr>
            </a:pPr>
            <a:r>
              <a:t>Step-by-step workflow and tools used at each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331720" cy="548640"/>
          </a:xfrm>
          <a:prstGeom prst="round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2331720" cy="3200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1.  Define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Your domain expertise</a:t>
            </a:r>
            <a:br/>
            <a:r>
              <a:t>Partner reports &amp;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427731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3200400" y="2363723"/>
            <a:ext cx="146304" cy="164592"/>
          </a:xfrm>
          <a:prstGeom prst="triangl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508760"/>
            <a:ext cx="23317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331720" cy="3200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600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2.  Set Up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Claude Max  ·  GitHub</a:t>
            </a:r>
            <a:br/>
            <a:r>
              <a:t>Supabase  ·  Cloudflare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2427731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5943600" y="2363723"/>
            <a:ext cx="146304" cy="164592"/>
          </a:xfrm>
          <a:prstGeom prst="triangl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508760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0760" y="1508760"/>
            <a:ext cx="2331720" cy="54864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737360"/>
            <a:ext cx="2331720" cy="320040"/>
          </a:xfrm>
          <a:prstGeom prst="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600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3.  Design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94560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Claude Code (CLI)</a:t>
            </a:r>
            <a:br/>
            <a:r>
              <a:t>Proposes stack &amp;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2427731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8686800" y="2363723"/>
            <a:ext cx="146304" cy="164592"/>
          </a:xfrm>
          <a:prstGeom prst="triangl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23960" y="1508760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23960" y="1508760"/>
            <a:ext cx="2331720" cy="548640"/>
          </a:xfrm>
          <a:prstGeom prst="round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23960" y="1737360"/>
            <a:ext cx="2331720" cy="320040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60020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4.  Prepare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194560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Excel / CSV  ·  Supabase</a:t>
            </a:r>
            <a:br/>
            <a:r>
              <a:t>Claude Code transforms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977639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4360" y="3977639"/>
            <a:ext cx="2331720" cy="548640"/>
          </a:xfrm>
          <a:prstGeom prst="roundRect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206239"/>
            <a:ext cx="2331720" cy="320040"/>
          </a:xfrm>
          <a:prstGeom prst="rect">
            <a:avLst/>
          </a:prstGeom>
          <a:solidFill>
            <a:srgbClr val="00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69079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5.  Build Components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663439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Claude Code  ·  SvelteKit</a:t>
            </a:r>
            <a:br/>
            <a:r>
              <a:t>ECharts  ·  D3.js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4896610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3200400" y="4832602"/>
            <a:ext cx="146304" cy="164592"/>
          </a:xfrm>
          <a:prstGeom prst="triangl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37560" y="3977639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37560" y="3977639"/>
            <a:ext cx="2331720" cy="548640"/>
          </a:xfrm>
          <a:prstGeom prst="roundRect">
            <a:avLst/>
          </a:prstGeom>
          <a:solidFill>
            <a:srgbClr val="B9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37560" y="4206239"/>
            <a:ext cx="2331720" cy="320040"/>
          </a:xfrm>
          <a:prstGeom prst="rect">
            <a:avLst/>
          </a:prstGeom>
          <a:solidFill>
            <a:srgbClr val="B9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4069079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6.  Test &amp; Iterate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4663439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Browser (localhost)</a:t>
            </a:r>
            <a:br/>
            <a:r>
              <a:t>Claude Code fixes errors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4896610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5400000">
            <a:off x="5943600" y="4832602"/>
            <a:ext cx="146304" cy="164592"/>
          </a:xfrm>
          <a:prstGeom prst="triangl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80760" y="3977639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80760" y="3977639"/>
            <a:ext cx="2331720" cy="54864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4206239"/>
            <a:ext cx="2331720" cy="3200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069079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7.  Deploy to Web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663439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Git push → GitHub</a:t>
            </a:r>
            <a:br/>
            <a:r>
              <a:t>→ Cloudflare auto-deploys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4896610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 rot="5400000">
            <a:off x="8686800" y="4832602"/>
            <a:ext cx="146304" cy="164592"/>
          </a:xfrm>
          <a:prstGeom prst="triangl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823960" y="3977639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23960" y="3977639"/>
            <a:ext cx="233172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23960" y="4206239"/>
            <a:ext cx="233172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4069079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8.  Feedback &amp; Improve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4663439"/>
            <a:ext cx="1965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50">
                <a:solidFill>
                  <a:srgbClr val="555555"/>
                </a:solidFill>
                <a:latin typeface="Arial"/>
              </a:defRPr>
            </a:pPr>
            <a:r>
              <a:t>Stakeholder input</a:t>
            </a:r>
            <a:br/>
            <a:r>
              <a:t>→ Back to step 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80" y="2427731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411712" y="2446019"/>
            <a:ext cx="36576" cy="2468879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55680" y="4896610"/>
            <a:ext cx="274320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75136" y="2391155"/>
            <a:ext cx="109728" cy="109728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75136" y="4860034"/>
            <a:ext cx="109728" cy="109728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60220" y="6016750"/>
            <a:ext cx="8229600" cy="36576"/>
          </a:xfrm>
          <a:prstGeom prst="rect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1532" y="5852158"/>
            <a:ext cx="36576" cy="182880"/>
          </a:xfrm>
          <a:prstGeom prst="rect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741932" y="6035038"/>
            <a:ext cx="36576" cy="914"/>
          </a:xfrm>
          <a:prstGeom prst="rect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>
            <a:off x="1677924" y="5852158"/>
            <a:ext cx="164592" cy="201168"/>
          </a:xfrm>
          <a:prstGeom prst="triangle">
            <a:avLst/>
          </a:prstGeom>
          <a:solidFill>
            <a:srgbClr val="D95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25980" y="580643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 i="1">
                <a:solidFill>
                  <a:srgbClr val="D95319"/>
                </a:solidFill>
                <a:latin typeface="Arial"/>
              </a:defRPr>
            </a:pPr>
            <a:r>
              <a:t>Iterate — stakeholder feedback drives improvements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  <a:latin typeface="Arial"/>
              </a:defRPr>
            </a:pPr>
            <a:r>
              <a:t>AI deployment strategy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63550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07A33"/>
                </a:solidFill>
                <a:latin typeface="Arial"/>
              </a:defRPr>
            </a:pPr>
            <a:r>
              <a:t>HEAT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