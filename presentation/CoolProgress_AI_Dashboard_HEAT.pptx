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 i="0">
                <a:solidFill>
                  <a:srgbClr val="007A33"/>
                </a:solidFill>
                <a:latin typeface="Arial"/>
              </a:defRPr>
            </a:pPr>
            <a:r>
              <a:t>BUILDING THE COOLING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0" i="1">
                <a:solidFill>
                  <a:srgbClr val="333333"/>
                </a:solidFill>
                <a:latin typeface="Arial"/>
              </a:defRPr>
            </a:pPr>
            <a:r>
              <a:t>My workflow: from prompt to production — the tools, the process, and what I had to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429000" cy="4206240"/>
          </a:xfrm>
          <a:prstGeom prst="roundRect">
            <a:avLst/>
          </a:prstGeom>
          <a:solidFill>
            <a:srgbClr val="8E9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007A33"/>
                </a:solidFill>
                <a:latin typeface="Arial"/>
              </a:defRPr>
            </a:pPr>
            <a:r>
              <a:t>THE TOOL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Claude Max subscription → gives access to Claude Code, an AI coding assistant that runs in the terminal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Claude Code reads, writes, and edits project files directly — I describe what I want, it writes the code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GitHub → version control. Every change gets committed, so I can always roll back if something breaks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Supabase → cloud database + user login. I upload partner data (CSVs), Claude writes the queries to serve it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Cloudflare Pages → hosting. I push code to GitHub, Cloudflare auto-deploys the live website in minutes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The chain: I prompt Claude → it writes code → I push to GitHub → website updates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429000" cy="4206240"/>
          </a:xfrm>
          <a:prstGeom prst="roundRect">
            <a:avLst/>
          </a:prstGeom>
          <a:solidFill>
            <a:srgbClr val="E8E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007A33"/>
                </a:solidFill>
                <a:latin typeface="Arial"/>
              </a:defRPr>
            </a:pPr>
            <a:r>
              <a:t>HOW THE WORK ACTUALLY LOOKED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I describe features in plain language: "add a map showing emissions by country with a year slider"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Claude generates full components — frontend, database queries, styling — I review the output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When something breaks (and it does), I paste the error back to Claude and we fix it together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Data prep was key: I gathered CSVs from CLASP, SE4ALL, IEA, UNEP — cleaned and uploaded to Supabase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Lots of iteration: first version is never perfect. I'd say "make the legend clearer" or "the map colours are wrong" and refine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Not magic — it's like working with a very fast junior developer who needs clear direction from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29000" cy="4206240"/>
          </a:xfrm>
          <a:prstGeom prst="roundRect">
            <a:avLst/>
          </a:prstGeom>
          <a:solidFill>
            <a:srgbClr val="66D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006B2B"/>
                </a:solidFill>
                <a:latin typeface="Arial"/>
              </a:defRPr>
            </a:pPr>
            <a:r>
              <a:t>WHAT I NEEDED TO 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2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Deep knowledge of the cooling sector — AI writes code, but I decide WHAT to show and WHY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Ability to describe features clearly — vague prompts = vague results. Specific asks get specific code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Basic sense of how web apps work (pages, data, charts) — not coding, but understanding the pieces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Patience to test and iterate — first output is ~70% right, getting to 100% takes back-and-forth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Know where the data lives — I sourced partner datasets, understood their structure, and told Claude how to use them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Willingness to learn on the fly — I picked up Git, Supabase basics, and deployment by doing, with AI guiding 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999999"/>
                </a:solidFill>
                <a:latin typeface="Arial"/>
              </a:defRPr>
            </a:pPr>
            <a:r>
              <a:t>AI deployment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263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2200" b="1" i="0">
                <a:solidFill>
                  <a:srgbClr val="007A33"/>
                </a:solidFill>
                <a:latin typeface="Arial"/>
              </a:defRPr>
            </a:pPr>
            <a:r>
              <a:t>HEAT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309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 i="0">
                <a:solidFill>
                  <a:srgbClr val="007A33"/>
                </a:solidFill>
                <a:latin typeface="Arial"/>
              </a:defRPr>
            </a:pPr>
            <a:r>
              <a:t>WHAT THIS MEANS FOR 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0" i="1">
                <a:solidFill>
                  <a:srgbClr val="333333"/>
                </a:solidFill>
                <a:latin typeface="Arial"/>
              </a:defRPr>
            </a:pPr>
            <a:r>
              <a:t>Honest takeaways — what worked, what didn't, and where this could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429000" cy="4206240"/>
          </a:xfrm>
          <a:prstGeom prst="roundRect">
            <a:avLst/>
          </a:prstGeom>
          <a:solidFill>
            <a:srgbClr val="8E9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007A33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A live dashboard with 7 data pillars, 190+ countries, and 150K+ records — built by one person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Partners like CLASP, SE4ALL, and UNEP see their data visualized in one place for the first time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Weeks, not months: from idea to working prototype to deployed product in roughly 6 weeks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I'm not a developer — I'm a cooling domain expert. AI let me build something I couldn't have built alone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Arial"/>
              </a:defRPr>
            </a:pPr>
            <a:r>
              <a:t>• Rapid feedback loops: stakeholders ask for a change in the morning, it's live by afternoon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429000" cy="4206240"/>
          </a:xfrm>
          <a:prstGeom prst="roundRect">
            <a:avLst/>
          </a:prstGeom>
          <a:solidFill>
            <a:srgbClr val="E8E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007A33"/>
                </a:solidFill>
                <a:latin typeface="Arial"/>
              </a:defRPr>
            </a:pPr>
            <a:r>
              <a:t>NEED FOR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AI doesn't understand our domain — it writes code fast but I had to catch wrong assumptions about the data constantly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Debugging can be frustrating: sometimes Claude fixes one thing and breaks another. You need patience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I had to learn Git, Supabase, and deployment basics along the way — steep learning curve at the start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Code quality: AI-generated code works but isn't always clean. A real developer would structure it differently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Documentation is thin — if someone else needs to maintain this, they'll need onboarding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Data validation is still manual — I check every chart against source data myself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29000" cy="4206240"/>
          </a:xfrm>
          <a:prstGeom prst="roundRect">
            <a:avLst/>
          </a:prstGeom>
          <a:solidFill>
            <a:srgbClr val="66D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006B2B"/>
                </a:solidFill>
                <a:latin typeface="Arial"/>
              </a:defRPr>
            </a:pPr>
            <a:r>
              <a:t>POTENTIAL FOR 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2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Any Heatie with domain knowledge could build analytical tools this way — you don't need to be a coder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NDC assessments, country reports, policy trackers — same approach, different data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Client deliverables: instead of static PDFs, we could ship interactive dashboards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Automate the boring parts: data ingestion, indicator calculations, report formatting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Faster proposals: "we can prototype this in 2 weeks" instead of scoping a 3-month dev project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Arial"/>
              </a:defRPr>
            </a:pPr>
            <a:r>
              <a:t>• The key insight: AI is a multiplier for domain expertise, not a replacement for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999999"/>
                </a:solidFill>
                <a:latin typeface="Arial"/>
              </a:defRPr>
            </a:pPr>
            <a:r>
              <a:t>AI deployment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263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2200" b="1" i="0">
                <a:solidFill>
                  <a:srgbClr val="007A33"/>
                </a:solidFill>
                <a:latin typeface="Arial"/>
              </a:defRPr>
            </a:pPr>
            <a:r>
              <a:t>HEAT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309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